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D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43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41000-E89C-4697-E22B-EB225C07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7124D-8F7A-90C0-BA15-E854A000D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82372-746E-1394-570C-3AEB0FA89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7AC1B-A79E-DA5B-5E86-9C71D03EB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8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254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254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4300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CSA0704-COMPUTER NETWORKS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ASSESSMENT TOOL 3  |  TECHNICAL PRESENTATION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399" y="2560320"/>
            <a:ext cx="1036289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500" b="1" u="sng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Topic - Edge Computing and</a:t>
            </a:r>
            <a:endParaRPr lang="en-US" sz="45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500" b="1" u="sng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Reliable Data Transmission</a:t>
            </a:r>
            <a:endParaRPr lang="en-US" sz="45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47206" y="4512945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806440"/>
            <a:ext cx="0" cy="82296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61583"/>
            <a:ext cx="4023360" cy="1213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b="1" u="sng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Krisha Meenatchi. 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Reg No: 192511338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45682" y="5211125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b="1" u="sng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Jesu Jayarin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088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u="sng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CONCEPT</a:t>
            </a: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30"/>
            <a:ext cx="5228875" cy="661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Computing?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computing pushes data processing away from a centralized cloud and toward the network edge — close to where data is generated. It directly supports OSI Layers 1–4 by cutting transmission distance, reducing congestion, and improving delivery reliability.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BDD8C"/>
          </a:solidFill>
          <a:ln/>
        </p:spPr>
      </p:sp>
      <p:pic>
        <p:nvPicPr>
          <p:cNvPr id="7" name="Image 0" descr="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3430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172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Lower Latency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17320" y="34930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Processing near the source shortens the round trip across Physical and Data Link layers.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2BDD8C"/>
          </a:solidFill>
          <a:ln/>
        </p:spPr>
      </p:sp>
      <p:pic>
        <p:nvPicPr>
          <p:cNvPr id="11" name="Image 1" descr="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3946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224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Processing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417320" y="45445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nodes handle filtering and computation before data reaches the core network.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rgbClr val="2BDD8C"/>
          </a:solidFill>
          <a:ln/>
        </p:spPr>
      </p:sp>
      <p:pic>
        <p:nvPicPr>
          <p:cNvPr id="15" name="Image 2" descr="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54461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5276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Congestion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417320" y="55961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Less traffic on backbone links means fewer collisions and retransmissions</a:t>
            </a:r>
            <a:r>
              <a:rPr lang="en-US" sz="1150" dirty="0">
                <a:solidFill>
                  <a:srgbClr val="5A6B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343191" y="1199543"/>
            <a:ext cx="3722915" cy="5227009"/>
          </a:xfrm>
          <a:prstGeom prst="roundRect">
            <a:avLst>
              <a:gd name="adj" fmla="val 2264"/>
            </a:avLst>
          </a:prstGeom>
          <a:solidFill>
            <a:srgbClr val="1C2541"/>
          </a:solidFill>
          <a:ln/>
          <a:effectLst>
            <a:outerShdw blurRad="101600" dist="38100" dir="5400000" algn="bl" rotWithShape="0">
              <a:srgbClr val="1C2541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0" y="1462275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icons/clou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0769" y="1700784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2362045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070286" y="2636365"/>
            <a:ext cx="0" cy="502920"/>
          </a:xfrm>
          <a:prstGeom prst="line">
            <a:avLst/>
          </a:prstGeom>
          <a:noFill/>
          <a:ln w="25400">
            <a:solidFill>
              <a:srgbClr val="3A4A5C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17"/>
          <p:cNvSpPr/>
          <p:nvPr/>
        </p:nvSpPr>
        <p:spPr>
          <a:xfrm>
            <a:off x="8709660" y="3247651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4" descr="icons/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629" y="3493008"/>
            <a:ext cx="395021" cy="39502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97979" y="413991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9098280" y="4414238"/>
            <a:ext cx="0" cy="502920"/>
          </a:xfrm>
          <a:prstGeom prst="line">
            <a:avLst/>
          </a:prstGeom>
          <a:noFill/>
          <a:ln w="25400">
            <a:solidFill>
              <a:srgbClr val="3A4A5C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8732519" y="4957242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5" descr="icons/wifi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6488" y="5215047"/>
            <a:ext cx="395021" cy="3950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97979" y="5904579"/>
            <a:ext cx="4892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Devices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163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u="sng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</a:t>
            </a: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41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Edge Computing Mapped to the OSI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OSI layer plays a distinct role in how an edge node receives, verifies, and forwards data reliably.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828800" cy="676656"/>
          </a:xfrm>
          <a:prstGeom prst="roundRect">
            <a:avLst>
              <a:gd name="adj" fmla="val 10811"/>
            </a:avLst>
          </a:prstGeom>
          <a:solidFill>
            <a:srgbClr val="1C25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L7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88920" y="20391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88920" y="235000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apps &amp; APIs serve requests locally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0" y="2734056"/>
            <a:ext cx="8778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98648"/>
            <a:ext cx="1828800" cy="676656"/>
          </a:xfrm>
          <a:prstGeom prst="roundRect">
            <a:avLst>
              <a:gd name="adj" fmla="val 10811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9864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8892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Transport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88920" y="3191256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TCP/UDP sessions managed at the edge node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88920" y="3575304"/>
            <a:ext cx="8778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39896"/>
            <a:ext cx="1828800" cy="676656"/>
          </a:xfrm>
          <a:prstGeom prst="roundRect">
            <a:avLst>
              <a:gd name="adj" fmla="val 10811"/>
            </a:avLst>
          </a:prstGeom>
          <a:solidFill>
            <a:srgbClr val="1C2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3989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88920" y="3721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88920" y="403250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routing picks the shortest reliable path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88920" y="4416552"/>
            <a:ext cx="8778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581144"/>
            <a:ext cx="1828800" cy="676656"/>
          </a:xfrm>
          <a:prstGeom prst="roundRect">
            <a:avLst>
              <a:gd name="adj" fmla="val 10811"/>
            </a:avLst>
          </a:prstGeom>
          <a:solidFill>
            <a:srgbClr val="1C2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8114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88920" y="45628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Link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88920" y="487375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error detection before forwarding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88920" y="5257800"/>
            <a:ext cx="87782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422392"/>
            <a:ext cx="1828800" cy="676656"/>
          </a:xfrm>
          <a:prstGeom prst="roundRect">
            <a:avLst>
              <a:gd name="adj" fmla="val 10811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42239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88920" y="54041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88920" y="57150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Proximity to source cuts signal loss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646920" y="205740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0B132B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2468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46920" y="34290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Active OSI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Layers at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Edge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921240" y="4572000"/>
            <a:ext cx="137160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4709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AB4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Layers 5–6 are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AB4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abstracted by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AB4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middleware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u="sng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</a:t>
            </a: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954627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How Edge Computing Keeps Transmission Reliable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947477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C254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7065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icons/refre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217938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705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Retransmission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2719029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nodes detect lost packets and retransmit within milliseconds, instead of round-tripping to a distant cloud server.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96000" y="1961388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C25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4494" y="207065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027" y="223385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62800" y="2163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Error Checking Nearby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366632" y="2736399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Checksums and CRC validation happen at the closest hop, catching Layer 2 errors before they propagate further.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080" y="4178808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C254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325112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7" name="Image 2" descr="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4" y="4463765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4500" y="4371747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Routing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914400" y="50292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Network-layer intelligence reroutes traffic around congestion or failure, keeping delivery paths reliable.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111240" y="4178808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C254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66632" y="4309231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2" name="Image 3" descr="icons/z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614" y="443484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54247" y="4371747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Jitter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355080" y="5024721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Shorter physical paths mean more consistent timing, which is critical for real-time transport-layer sessions</a:t>
            </a:r>
            <a:r>
              <a:rPr lang="en-US" sz="1500" dirty="0">
                <a:solidFill>
                  <a:srgbClr val="5A6B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254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u="sng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TAKEAWAYS</a:t>
            </a: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05256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Benefits, Challenges &amp; the Road Ahead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2272" y="2250917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299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Faster, more reliable delivery across all OSI layers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8833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Lower bandwidth cost on core network links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0281" y="3585941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467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resilience during partial network failure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2240280"/>
            <a:ext cx="109728" cy="109728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299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Managing security across many distributed nodes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09360" y="2920482"/>
            <a:ext cx="109728" cy="109728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68833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Coordinating consistency between edge and cloud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21554" y="3585941"/>
            <a:ext cx="109728" cy="109728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3467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Higher deployment and maintenance complexity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computing reinforces the OSI model rather than replacing it — by executing each layer's function closer to the source, it delivers the low-latency, high-reliability transmission that next-generation networks demand.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84BC6-9644-27E7-8347-2A7C0700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C8A6C0-5AF0-8ADB-B448-BB10CD3EB16A}"/>
              </a:ext>
            </a:extLst>
          </p:cNvPr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2541">
              <a:alpha val="60000"/>
            </a:srgbClr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565040F-3932-F9E5-EC99-9836A9298E2A}"/>
              </a:ext>
            </a:extLst>
          </p:cNvPr>
          <p:cNvSpPr/>
          <p:nvPr/>
        </p:nvSpPr>
        <p:spPr>
          <a:xfrm>
            <a:off x="2399211" y="1978556"/>
            <a:ext cx="7393578" cy="2900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 You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9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397</Words>
  <Application>Microsoft Office PowerPoint</Application>
  <PresentationFormat>Widescreen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KRISHA MEENATCHI</cp:lastModifiedBy>
  <cp:revision>2</cp:revision>
  <dcterms:created xsi:type="dcterms:W3CDTF">2026-07-14T15:51:22Z</dcterms:created>
  <dcterms:modified xsi:type="dcterms:W3CDTF">2026-07-14T16:20:42Z</dcterms:modified>
</cp:coreProperties>
</file>